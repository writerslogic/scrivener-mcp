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Original CC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Original CC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iginal CC0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Original CC0: Café — 東京 😀. A lantern shone.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iginal CC0">
  <a:themeElements>
    <a:clrScheme name="Original CC0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7155A0"/>
      </a:accent1>
      <a:accent2>
        <a:srgbClr val="008080"/>
      </a:accent2>
      <a:accent3>
        <a:srgbClr val="808000"/>
      </a:accent3>
      <a:accent4>
        <a:srgbClr val="800080"/>
      </a:accent4>
      <a:accent5>
        <a:srgbClr val="008000"/>
      </a:accent5>
      <a:accent6>
        <a:srgbClr val="800000"/>
      </a:accent6>
      <a:hlink>
        <a:srgbClr val="0000FF"/>
      </a:hlink>
      <a:folHlink>
        <a:srgbClr val="800080"/>
      </a:folHlink>
    </a:clrScheme>
    <a:fontScheme name="Original CC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riginal CC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  <a:miter lim="800000"/>
        </a:ln>
        <a:ln w="25400">
          <a:solidFill>
            <a:schemeClr val="phClr"/>
          </a:solidFill>
          <a:prstDash val="solid"/>
          <a:miter lim="800000"/>
        </a:ln>
        <a:ln w="3810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